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1396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686473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across product categories — spending patterns, customer segments, and subscription behavior to guide strategic business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594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at a Glance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51298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3,900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698086" y="2558852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Purchases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2971800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Transactional records analyzed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20463" y="1651298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18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220463" y="2558852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0463" y="2971800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Demographics, purchases &amp; behavior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8086" y="3789660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$59.76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698086" y="4697214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Avg. Purchase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8086" y="5110163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Mean spend per transaction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20463" y="3789660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37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6220463" y="4697214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0463" y="5110163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Review Rating column only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8086" y="565368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features include customer demographics (age, gender, location, subscription status), purchase details (category, amount, season), and shopping behavior (discount applied, frequency, review rating, shipping type).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64257"/>
            <a:ext cx="6223638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Preparation in Python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395214"/>
            <a:ext cx="6223638" cy="17100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5181" y="1610717"/>
            <a:ext cx="5691045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Cleaning &amp; Standardization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015181" y="1998861"/>
            <a:ext cx="5691045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via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explored with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Missing Review Ratings imputed using median by category. Columns renamed to snake_case.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286423"/>
            <a:ext cx="6223638" cy="1710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5181" y="3501926"/>
            <a:ext cx="5691045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015181" y="3890070"/>
            <a:ext cx="5691045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(binned ages) and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Dropped redundant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after checking against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5177631"/>
            <a:ext cx="6223638" cy="11161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15181" y="5393134"/>
            <a:ext cx="5691045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015181" y="5781278"/>
            <a:ext cx="5691045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Cleaned DataFrame loaded into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Mysql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structured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&amp; Spending Insights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Gender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than female customers ($157,890 vs. $75,191).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45476" y="3322340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High-Spending Discount Users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45476" y="3815060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used discounts yet still spent above the average purchase amount — indicating strong deal-seeking behavior among high-value buyers.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Products &amp; Shipping Behavior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966391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5 Products by Rating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169095"/>
          <a:ext cx="9143771" cy="914400"/>
        </p:xfrm>
        <a:graphic>
          <a:graphicData uri="http://schemas.openxmlformats.org/drawingml/2006/table">
            <a:tbl>
              <a:tblPr/>
              <a:tblGrid>
                <a:gridCol w="2638061"/>
                <a:gridCol w="2638061"/>
              </a:tblGrid>
              <a:tr h="195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Product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Avg Rating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84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Gloves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3.86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84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Sandals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3.84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84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Boots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3.82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84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Hat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3.80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95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Skirt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2E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3.78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23836" y="966391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Shipping Type Comparison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23836" y="1162844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Express shipping averages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$60.48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vs.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$58.46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Standard — a modest $2.02 premium.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223836" y="1332309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Discount-Dependent Products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23836" y="1528763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Hats, Sneakers, and Coats show the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highest discount rates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(49–50%), suggesting these categories rely heavily on promotions to drive sales.</a:t>
            </a:r>
            <a:endParaRPr lang="en-US" sz="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155" y="2478187"/>
            <a:ext cx="9319384" cy="47200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31495" y="4633066"/>
            <a:ext cx="1500554" cy="57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Gender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131495" y="5290587"/>
            <a:ext cx="1500554" cy="364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revenue 2.1× female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847956" y="4870570"/>
            <a:ext cx="1500554" cy="85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High-Spending Deals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847956" y="5813668"/>
            <a:ext cx="1500554" cy="364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839 discount users high spend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32031" y="5162052"/>
            <a:ext cx="1500554" cy="57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Rated Products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532031" y="5819572"/>
            <a:ext cx="1500554" cy="364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Gloves, Sandals, Boots, Hat, Skirt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18949" y="5464329"/>
            <a:ext cx="1500554" cy="57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Shipping Comparison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18949" y="6121850"/>
            <a:ext cx="1500554" cy="364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Express $60.48 vs Standard $58.46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716661" y="5755811"/>
            <a:ext cx="1500554" cy="85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Discount-Dependent Items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716661" y="6698910"/>
            <a:ext cx="1500554" cy="364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Hats, Sneakers, Coats ~49–50%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Subscription Behavior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Subscribers vs. Non-Subscribers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(2,847 customers) vs. subscribers at 27% (1,053 customers). Average spend is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45476" y="364152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Repeat Buyers &amp; Subscriptions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45476" y="4134247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Among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5+ purchases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958 are subscribers and 2,518 are not — indicating repeat buying alone doesn't guarantee subscription conversion.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07890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Segmentation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1964730"/>
            <a:ext cx="3012107" cy="2126655"/>
          </a:xfrm>
          <a:prstGeom prst="roundRect">
            <a:avLst>
              <a:gd name="adj" fmla="val 14070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8446" y="2183209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Loyal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8446" y="2596158"/>
            <a:ext cx="25751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3,116 customers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the dominant segment, representing the vast majority of the customer base.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1964730"/>
            <a:ext cx="3012107" cy="2126655"/>
          </a:xfrm>
          <a:prstGeom prst="roundRect">
            <a:avLst>
              <a:gd name="adj" fmla="val 14070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9977" y="2183209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Returning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9977" y="2596158"/>
            <a:ext cx="25751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701 customers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engaged shoppers with potential to convert to loyal status.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290814"/>
            <a:ext cx="6223638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8446" y="4509294"/>
            <a:ext cx="57866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New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8446" y="4922242"/>
            <a:ext cx="578669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83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the smallest segment, representing growth opportunity.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Products by Category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7450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Best-Sellers Across Categories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370957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Clothing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leads in volume with Blouse, Pants, and Shirt each at ~170 orders.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Outerwear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shows strong performance with Jacket and Coat.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Footwear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led by Sandals at 160 orders.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666331"/>
            <a:ext cx="5276123" cy="378817"/>
          </a:xfrm>
          <a:prstGeom prst="roundRect">
            <a:avLst>
              <a:gd name="adj" fmla="val 39494"/>
            </a:avLst>
          </a:prstGeom>
          <a:solidFill>
            <a:srgbClr val="CF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3748980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877" y="3736082"/>
            <a:ext cx="485237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Jewelry is the top accessory with 171 orders, tied with Blouse and Pants as the highest-ordered individual products overall.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Age Group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 Group Revenue Contribution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177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lead revenue at $62,143, followed closely by Middle-aged ($59,197). Revenue is relatively evenly distributed across all four age groups, suggesting broad market appeal.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 range in dataset: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18–70 years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with a mean age of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44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88863"/>
            <a:ext cx="6223638" cy="100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Dashboard &amp; Business Recommendations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98086" y="1818084"/>
            <a:ext cx="6223638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interactive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Power BI dashboard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visualizes all key metrics: 3.9K customers, $59.76 avg. purchase, 3.75 avg. rating — with filters for subscription, gender, category, and shipping.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2754064"/>
            <a:ext cx="257069" cy="2570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5086" y="2748756"/>
            <a:ext cx="5666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255086" y="3089176"/>
            <a:ext cx="5666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Promote exclusive benefits to convert the 73% non-subscriber base.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378" y="3644057"/>
            <a:ext cx="257069" cy="2570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55086" y="3638748"/>
            <a:ext cx="5666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255086" y="3979168"/>
            <a:ext cx="5666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repeat buyers to grow the Loyal segment (currently 3,116).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378" y="4534049"/>
            <a:ext cx="257069" cy="2570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55086" y="4528741"/>
            <a:ext cx="5666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Review Discount Policy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255086" y="4869160"/>
            <a:ext cx="5666638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Balance sales boosts with margin control — 50% of Hat purchases use discounts.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378" y="5679033"/>
            <a:ext cx="257069" cy="2570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55086" y="5673725"/>
            <a:ext cx="5666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1255086" y="6014145"/>
            <a:ext cx="5666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Young Adults and express-shipping users for highest ROI.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2026-08-31T04:48:30Z</dcterms:created>
  <dcterms:modified xsi:type="dcterms:W3CDTF">2026-08-31T04:48:30Z</dcterms:modified>
</cp:coreProperties>
</file>